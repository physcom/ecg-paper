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00000"/>
            <a:ext cx="12192119" cy="1800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908000"/>
            <a:ext cx="1111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Less Is More for 12-Lead ECG Classification: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448000"/>
            <a:ext cx="11112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DCE6F5"/>
                </a:solidFill>
                <a:latin typeface="Calibri"/>
              </a:rPr>
              <a:t>Anti-Aliased Decimation Turns a 1D-CNN Baseline
From 88.4% to 97.4% on Chapman-Shaoxing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140000"/>
            <a:ext cx="11112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2C3E50"/>
                </a:solidFill>
                <a:latin typeface="Calibri"/>
              </a:rPr>
              <a:t>Elaman Nazarkulov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4500000"/>
            <a:ext cx="11112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7F8C8D"/>
                </a:solidFill>
                <a:latin typeface="Calibri"/>
              </a:rPr>
              <a:t>Kyrgyz–Turkish Manas University · Dept. of Computer Engineering
Thesis supervisor: Assoc. Prof. Bakıt Şarşembayev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6120000"/>
            <a:ext cx="11112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7F8C8D"/>
                </a:solidFill>
                <a:latin typeface="Calibri"/>
              </a:rPr>
              <a:t>Bahar 2026  ·  ICML-style submission draft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84000"/>
            <a:ext cx="1152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7F8C8D"/>
                </a:solidFill>
                <a:latin typeface="Calibri"/>
              </a:rPr>
              <a:t>Why a baseline that should have been a non-issue turned into the main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080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•  12-lead ECG is the gold standard for cardiac arrhythmia diagnosis, but manual reads are slow and scarce outside urban hospitals.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•  Deep 1D-CNNs reach cardiologist-level accuracy (Rajpurkar 2017, Hannun 2019) — but almost all published pipelines feed the raw 500 Hz × 10 s = 5000-sample signal.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•  Our prior baseline (Güz 2025, Chapman-Shaoxing, 78 classes, 1D-CNN) stalled at Test Acc 88.43% / Macro-F1 0.8713, with 11 classes at F1 &lt; 0.60.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•  Explicit target from the thesis proposal: ≥ 90% accuracy. The straightforward fixes (attention, focal loss, label-merging) were on the roadmap — but slow to validate.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•  Quiet observation: is 5000 samples really the right receptive-field length for QRS-morphology learning, or a legacy of the sensor sampling rate?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Elaman Nazarkulov  ·  KTMÜ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Research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20000"/>
            <a:ext cx="10800000" cy="1620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0000" y="1908000"/>
            <a:ext cx="10080000" cy="1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0" i="1">
                <a:solidFill>
                  <a:srgbClr val="0B3D91"/>
                </a:solidFill>
                <a:latin typeface="Calibri"/>
              </a:rPr>
              <a:t>If the 1D-CNN only needs QRS-scale temporal patterns, can we cut the input length aggressively — and can that one change push a plain baseline past a hand-engineered hybrid model?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3600000"/>
            <a:ext cx="108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•  H1:  5000 samples is larger than the CNN's effective receptive need.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•  H2:  Anti-aliased decimation (scipy.signal.decimate) preserves the diagnostic content while collapsing the temporal dimension by 5×–10×.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•  H3:  The accuracy gap between baseline and full hybrid model is partly a length-optimisation artefact, not a modelling artefact.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Research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Related Work (condensed)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1098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Rajpurkar et al. 2017, Hannun et al. 2019 — cardiologist-level CNNs on 91 k ECGs, all trained at full sample rate.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Oh et al. 2018 — CNN + LSTM hybrid, 94.8% accuracy, standard sample rate input.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Strodthoff et al. 2020 (PTB-XL benchmark) — 100 Hz / 1000-sample input already reaches macro-AUC 0.925. Hint that full 500 Hz is not mandatory.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Chen 2021, Xu 2022 — 'support-node' / fiducial-point augmentation; useful for rare-class signals, but no input-length study.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Iwana &amp; Uchida 2021 — comprehensive time-series augmentation survey; sampling-rate choice treated as a fixed hyper-parameter, not a design variable.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Gap: no systematic comparison of baseline CNN accuracy vs. input length on a large multi-label 12-lead ECG corpus under otherwise identical conditions.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Related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152000"/>
          <a:ext cx="10980000" cy="15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6000"/>
                <a:gridCol w="2196000"/>
                <a:gridCol w="2196000"/>
                <a:gridCol w="2196000"/>
                <a:gridCol w="2196000"/>
              </a:tblGrid>
              <a:tr h="378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Records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Channels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Sample rate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378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Chapman-Shaoxing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45,152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500 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Main experiment (this talk)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PTB-XL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21,837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500 Hz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Cross-dataset validation (next phase)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8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MIT-BIH Arrhythmia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360 → 500 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Historical reference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0000" y="3060000"/>
            <a:ext cx="1098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78 labels in Chapman-Shaoxing (incl. 'ECG: X' duplicates of root 'X').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Class imbalance: top 4 classes &gt; 5,000 each; 30+ classes &lt; 50 originals.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SQI &lt; 0.85 records dropped (6.7% of raw). Final usable: 62,543.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Over-sample target of 4,500 samples/class → 353 k training pool (stratified 68/12/20 train/val/test).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Method — Preprocessing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84000"/>
            <a:ext cx="1152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7F8C8D"/>
                </a:solidFill>
                <a:latin typeface="Calibri"/>
              </a:rPr>
              <a:t>Identical for all configurations except step 6 (decimation factor)</a:t>
            </a:r>
          </a:p>
        </p:txBody>
      </p:sp>
      <p:sp>
        <p:nvSpPr>
          <p:cNvPr id="5" name="Oval 4"/>
          <p:cNvSpPr/>
          <p:nvPr/>
        </p:nvSpPr>
        <p:spPr>
          <a:xfrm>
            <a:off x="540000" y="1080000"/>
            <a:ext cx="396000" cy="396000"/>
          </a:xfrm>
          <a:prstGeom prst="ellipse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000" y="1116000"/>
            <a:ext cx="100800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C3E50"/>
                </a:solidFill>
                <a:latin typeface="Calibri"/>
              </a:rPr>
              <a:t>Re-sample to 500 Hz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1386000"/>
            <a:ext cx="1008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7F8C8D"/>
                </a:solidFill>
                <a:latin typeface="Calibri"/>
              </a:rPr>
              <a:t>sinc interpolation</a:t>
            </a:r>
          </a:p>
        </p:txBody>
      </p:sp>
      <p:sp>
        <p:nvSpPr>
          <p:cNvPr id="8" name="Oval 7"/>
          <p:cNvSpPr/>
          <p:nvPr/>
        </p:nvSpPr>
        <p:spPr>
          <a:xfrm>
            <a:off x="540000" y="1692000"/>
            <a:ext cx="396000" cy="396000"/>
          </a:xfrm>
          <a:prstGeom prst="ellipse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" y="1728000"/>
            <a:ext cx="100800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C3E50"/>
                </a:solidFill>
                <a:latin typeface="Calibri"/>
              </a:rPr>
              <a:t>Butterworth BP 0.5–150 Hz + 50 Hz notch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000" y="1998000"/>
            <a:ext cx="1008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7F8C8D"/>
                </a:solidFill>
                <a:latin typeface="Calibri"/>
              </a:rPr>
              <a:t>powerline &amp; HF noise removal</a:t>
            </a:r>
          </a:p>
        </p:txBody>
      </p:sp>
      <p:sp>
        <p:nvSpPr>
          <p:cNvPr id="11" name="Oval 10"/>
          <p:cNvSpPr/>
          <p:nvPr/>
        </p:nvSpPr>
        <p:spPr>
          <a:xfrm>
            <a:off x="540000" y="2304000"/>
            <a:ext cx="396000" cy="396000"/>
          </a:xfrm>
          <a:prstGeom prst="ellipse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000" y="2340000"/>
            <a:ext cx="100800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C3E50"/>
                </a:solidFill>
                <a:latin typeface="Calibri"/>
              </a:rPr>
              <a:t>HP 0.5 Hz baseline-wander removal</a:t>
            </a:r>
          </a:p>
        </p:txBody>
      </p:sp>
      <p:sp>
        <p:nvSpPr>
          <p:cNvPr id="13" name="Oval 12"/>
          <p:cNvSpPr/>
          <p:nvPr/>
        </p:nvSpPr>
        <p:spPr>
          <a:xfrm>
            <a:off x="540000" y="2915999"/>
            <a:ext cx="396000" cy="396000"/>
          </a:xfrm>
          <a:prstGeom prst="ellipse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000" y="2951999"/>
            <a:ext cx="100800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C3E50"/>
                </a:solidFill>
                <a:latin typeface="Calibri"/>
              </a:rPr>
              <a:t>Per-lead Z-score + ±3σ clipping</a:t>
            </a:r>
          </a:p>
        </p:txBody>
      </p:sp>
      <p:sp>
        <p:nvSpPr>
          <p:cNvPr id="15" name="Oval 14"/>
          <p:cNvSpPr/>
          <p:nvPr/>
        </p:nvSpPr>
        <p:spPr>
          <a:xfrm>
            <a:off x="540000" y="3528000"/>
            <a:ext cx="396000" cy="396000"/>
          </a:xfrm>
          <a:prstGeom prst="ellipse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3564000"/>
            <a:ext cx="100800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C3E50"/>
                </a:solidFill>
                <a:latin typeface="Calibri"/>
              </a:rPr>
              <a:t>Fixed 10 s segments (12 × 5000)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3834000"/>
            <a:ext cx="1008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7F8C8D"/>
                </a:solidFill>
                <a:latin typeface="Calibri"/>
              </a:rPr>
              <a:t>stratified train/val/test</a:t>
            </a:r>
          </a:p>
        </p:txBody>
      </p:sp>
      <p:sp>
        <p:nvSpPr>
          <p:cNvPr id="18" name="Oval 17"/>
          <p:cNvSpPr/>
          <p:nvPr/>
        </p:nvSpPr>
        <p:spPr>
          <a:xfrm>
            <a:off x="540000" y="4140000"/>
            <a:ext cx="396000" cy="396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000" y="4176000"/>
            <a:ext cx="100800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  <a:latin typeface="Calibri"/>
              </a:rPr>
              <a:t>Anti-aliased decimation (new)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000" y="4446000"/>
            <a:ext cx="1008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7F8C8D"/>
                </a:solidFill>
                <a:latin typeface="Calibri"/>
              </a:rPr>
              <a:t>scipy.signal.decimate(x, q, ftype='iir', order=8)</a:t>
            </a:r>
          </a:p>
        </p:txBody>
      </p:sp>
      <p:sp>
        <p:nvSpPr>
          <p:cNvPr id="21" name="Oval 20"/>
          <p:cNvSpPr/>
          <p:nvPr/>
        </p:nvSpPr>
        <p:spPr>
          <a:xfrm>
            <a:off x="540000" y="4751999"/>
            <a:ext cx="396000" cy="396000"/>
          </a:xfrm>
          <a:prstGeom prst="ellipse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000" y="4787999"/>
            <a:ext cx="100800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C3E50"/>
                </a:solidFill>
                <a:latin typeface="Calibri"/>
              </a:rPr>
              <a:t>Support-node augmentation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000" y="5057999"/>
            <a:ext cx="1008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7F8C8D"/>
                </a:solidFill>
                <a:latin typeface="Calibri"/>
              </a:rPr>
              <a:t>3× for common, 10× for rare classes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Method —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Core Change: Anti-Aliased Decimation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84000"/>
            <a:ext cx="1152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7F8C8D"/>
                </a:solidFill>
                <a:latin typeface="Calibri"/>
              </a:rPr>
              <a:t>A three-line patch to preprocessing, nothing else.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152000"/>
            <a:ext cx="6480000" cy="2520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0" tIns="144000"/>
          <a:lstStyle/>
          <a:p>
            <a:pPr algn="ctr"/>
            <a:r>
              <a:rPr sz="1600">
                <a:solidFill>
                  <a:srgbClr val="E6E6EC"/>
                </a:solidFill>
                <a:latin typeface="Consolas"/>
              </a:rPr>
              <a:t>from scipy.signal import decimate</a:t>
            </a:r>
          </a:p>
          <a:p>
            <a:r>
              <a:rPr sz="1600">
                <a:solidFill>
                  <a:srgbClr val="E6E6EC"/>
                </a:solidFill>
                <a:latin typeface="Consolas"/>
              </a:rPr>
              <a:t/>
            </a:r>
          </a:p>
          <a:p>
            <a:r>
              <a:rPr sz="1600">
                <a:solidFill>
                  <a:srgbClr val="E6E6EC"/>
                </a:solidFill>
                <a:latin typeface="Consolas"/>
              </a:rPr>
              <a:t># factor = 5  →  5000 → 1000 samples  (100 Hz effective)</a:t>
            </a:r>
          </a:p>
          <a:p>
            <a:r>
              <a:rPr sz="1600">
                <a:solidFill>
                  <a:srgbClr val="E6E6EC"/>
                </a:solidFill>
                <a:latin typeface="Consolas"/>
              </a:rPr>
              <a:t># factor = 10 →  5000 →  500 samples  ( 50 Hz effective)</a:t>
            </a:r>
          </a:p>
          <a:p>
            <a:r>
              <a:rPr sz="1600">
                <a:solidFill>
                  <a:srgbClr val="E6E6EC"/>
                </a:solidFill>
                <a:latin typeface="Consolas"/>
              </a:rPr>
              <a:t>x_down = decimate(x, factor,</a:t>
            </a:r>
          </a:p>
          <a:p>
            <a:r>
              <a:rPr sz="1600">
                <a:solidFill>
                  <a:srgbClr val="E6E6EC"/>
                </a:solidFill>
                <a:latin typeface="Consolas"/>
              </a:rPr>
              <a:t>                  ftype='iir',   # Chebyshev type-I low-pass</a:t>
            </a:r>
          </a:p>
          <a:p>
            <a:r>
              <a:rPr sz="1600">
                <a:solidFill>
                  <a:srgbClr val="E6E6EC"/>
                </a:solidFill>
                <a:latin typeface="Consolas"/>
              </a:rPr>
              <a:t>                  n=8,           # filter order</a:t>
            </a:r>
          </a:p>
          <a:p>
            <a:r>
              <a:rPr sz="1600">
                <a:solidFill>
                  <a:srgbClr val="E6E6EC"/>
                </a:solidFill>
                <a:latin typeface="Consolas"/>
              </a:rPr>
              <a:t>                  zero_phase=True)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0" y="1260000"/>
            <a:ext cx="432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  <a:latin typeface="Calibri"/>
              </a:rPr>
              <a:t>•  Preserves the phase (zero_phase=True).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  <a:latin typeface="Calibri"/>
              </a:rPr>
              <a:t>•  Chebyshev type-I anti-aliases below the new Nyquist, so no structured aliases of the QRS complex.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  <a:latin typeface="Calibri"/>
              </a:rPr>
              <a:t>•  The filter is applied once, offline — no training cost.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  <a:latin typeface="Calibri"/>
              </a:rPr>
              <a:t>•  Parameters and data hygiene are otherwise identical to the 5000-sample baseline (same seed, augmentation, class weights).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Method — decimation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Experimental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84000"/>
            <a:ext cx="1152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7F8C8D"/>
                </a:solidFill>
                <a:latin typeface="Calibri"/>
              </a:rPr>
              <a:t>All four configs differ only in input-length / DataLoader workers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098000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0000"/>
                <a:gridCol w="1830000"/>
                <a:gridCol w="1830000"/>
                <a:gridCol w="1830000"/>
                <a:gridCol w="1830000"/>
                <a:gridCol w="1830000"/>
              </a:tblGrid>
              <a:tr h="396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Config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Epoch (s)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Early stop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Log file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len=5000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12 × 5000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3.72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≈ 195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epoch 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results-22-04-2026.txt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len=1000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12 × 1000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3.72 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≈ 32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epoch 92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result-23-04-2026-1000.txt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len=500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12 ×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3.72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≈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epoch 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result-22-04-2026-500.txt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len=500 + 4 workers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12 × 500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3.72 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≈ 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epoch 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result-23-04-2026-500-4-workers.txt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0000" y="3420000"/>
            <a:ext cx="1098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GPU: NVIDIA RTX 5090, CUDA 12.8, AMP (FP16).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Loss: Binary cross-entropy (multi-label); inverse-frequency class weights.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Optimiser: Adam β1=0.9, β2=0.999, initial LR 1e-3, ReduceLROnPlateau patience 5.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Early stopping patience: 10 epochs on val loss. Max 100 epochs.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Seed and data splits fixed across configs for direct comparison.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Experimental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Results — Headline Numbers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080000"/>
          <a:ext cx="1098000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8571"/>
                <a:gridCol w="1568571"/>
                <a:gridCol w="1568571"/>
                <a:gridCol w="1568571"/>
                <a:gridCol w="1568571"/>
                <a:gridCol w="1568571"/>
                <a:gridCol w="1568574"/>
              </a:tblGrid>
              <a:tr h="504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Config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Test Acc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Macro P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Macro R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Macro F1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Inference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len=5000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88.43%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0.8768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0.8847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0.8713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89.88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12.89%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len=1000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97.22%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0.9740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0.9729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0.9716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26.14 ms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68.88%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len=500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97.34%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0.9734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0.9749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0.9737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27.20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76.23%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len=500 + 4 workers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97.38%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0.9741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0.9751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0.9744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43.50 ms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69.59%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0000" y="3960000"/>
            <a:ext cx="1098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27AE60"/>
                </a:solidFill>
                <a:latin typeface="Calibri"/>
              </a:rPr>
              <a:t>Δ (len=5000 → len=500): accuracy +8.91 pp,  macro F1 +10.24 pp,  inference 3.3× faster.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500000"/>
            <a:ext cx="10980000" cy="14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2C3E50"/>
                </a:solidFill>
                <a:latin typeface="Calibri"/>
              </a:rPr>
              <a:t>Target from thesis proposal (≥ 90 %) and from the v2 aspiration (94.8% for the full attention-CNN-LSTM hybrid with support-node augmentation) are both exceeded — with nothing but a preprocessing change to the plain baseline.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Results — headline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Results — Comparison Figure</a:t>
            </a:r>
          </a:p>
        </p:txBody>
      </p:sp>
      <p:pic>
        <p:nvPicPr>
          <p:cNvPr id="4" name="Picture 3" descr="Figure_seq_length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080000"/>
            <a:ext cx="10800000" cy="3458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" y="4574281"/>
            <a:ext cx="108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7F8C8D"/>
                </a:solidFill>
                <a:latin typeface="Calibri"/>
              </a:rPr>
              <a:t>Figure 1. Input length vs. baseline 1D-CNN performance. Test accuracy, macro F1, and inference time for all four configurations (Chapman-Shaoxing, 78 classes).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Results — figure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Training Dynamics — 4 Configs Side by Side</a:t>
            </a:r>
          </a:p>
        </p:txBody>
      </p:sp>
      <p:pic>
        <p:nvPicPr>
          <p:cNvPr id="4" name="Picture 3" descr="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1007999"/>
            <a:ext cx="3779999" cy="25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0000" y="791999"/>
            <a:ext cx="558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Calibri"/>
              </a:rPr>
              <a:t>len=5000</a:t>
            </a:r>
          </a:p>
        </p:txBody>
      </p:sp>
      <p:pic>
        <p:nvPicPr>
          <p:cNvPr id="6" name="Picture 5" descr="Figure_1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000" y="1007999"/>
            <a:ext cx="1517039" cy="252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0000" y="791999"/>
            <a:ext cx="558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Calibri"/>
              </a:rPr>
              <a:t>len=1000</a:t>
            </a:r>
          </a:p>
        </p:txBody>
      </p:sp>
      <p:pic>
        <p:nvPicPr>
          <p:cNvPr id="8" name="Picture 7" descr="Figure_1_5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00" y="3780000"/>
            <a:ext cx="5026610" cy="25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0000" y="3564000"/>
            <a:ext cx="558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Calibri"/>
              </a:rPr>
              <a:t>len=500</a:t>
            </a:r>
          </a:p>
        </p:txBody>
      </p:sp>
      <p:pic>
        <p:nvPicPr>
          <p:cNvPr id="10" name="Picture 9" descr="Figure_500_4_work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000" y="3780000"/>
            <a:ext cx="3779999" cy="25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0000" y="3564000"/>
            <a:ext cx="558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Calibri"/>
              </a:rPr>
              <a:t>len=500 + 4 workers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Training dynamics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Per-Class Improvement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84000"/>
            <a:ext cx="1152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7F8C8D"/>
                </a:solidFill>
                <a:latin typeface="Calibri"/>
              </a:rPr>
              <a:t>Where the baseline was broken, decimation fixes it almost completely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0980000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5000"/>
                <a:gridCol w="2745000"/>
                <a:gridCol w="2745000"/>
                <a:gridCol w="2745000"/>
              </a:tblGrid>
              <a:tr h="396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Class (support = 900-1000)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len=5000 F1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len=500 F1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Left Ventricular Hypertrophy (LVH)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≥ 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+0.97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Electrocardiogram: Q wave abnormal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0.180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≥ 0.99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+0.81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Interior diff. conduction / IV block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0.286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≥ 0.98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+0.70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Atrioventricular block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0.324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0.984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+0.66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Premature atrial contraction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0.329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≥ 0.97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+0.64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ECG: atrial fibrillation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0.436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≥ 0.95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+0.51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ECG: ST segment changes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0.457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≥ 0.96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+0.50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First degree atrioventricular block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0.497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≥ 0.96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+0.46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ECG: atrial flutter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0.581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≥ 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+0.41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0000" y="5220000"/>
            <a:ext cx="109800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2C3E50"/>
                </a:solidFill>
                <a:latin typeface="Calibri"/>
              </a:rPr>
              <a:t>All 11 failure-class F1 scores recover to ≥ 0.95 without touching the model, the loss, or the augmentation recipe. The bottleneck was the input.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Per-class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Speed: Training and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84000"/>
            <a:ext cx="1152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7F8C8D"/>
                </a:solidFill>
                <a:latin typeface="Calibri"/>
              </a:rPr>
              <a:t>Side effect of shorter input: experiments become interactive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558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  Epoch time (Chapman-Shaoxing, RTX 5090, AMP):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     len=5000        ≈ 195 s / epoch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     len=1000        ≈  32 s / epoch  (6.1× faster)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     len=500         ≈  30 s / epoch  (6.5× faster)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     len=500 + 4 wrk ≈  20 s / epoch  (9.8× faster)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  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  Inference (single 12-lead sample):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     len=5000:  89.88 ms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     len=500:   27.20 ms  (3.3× faster)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0000" y="1080000"/>
            <a:ext cx="558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  <a:latin typeface="Calibri"/>
              </a:rPr>
              <a:t>•  Hyper-parameter tuning becomes an interactive loop (≈ 10 min runs).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  <a:latin typeface="Calibri"/>
              </a:rPr>
              <a:t>•  DataLoader workers=4 uncovers an I/O bottleneck we did not know we had — another +33 % epoch speedup, no model change.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  <a:latin typeface="Calibri"/>
              </a:rPr>
              <a:t>•  Inference well under the 1-second clinical budget, on CPU-class margins.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  <a:latin typeface="Calibri"/>
              </a:rPr>
              <a:t>•  Model file unchanged in size and parameter count; CPU / edge deployment also gets the ≈3× inference speedup for free.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Speed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Why Does This Work?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1098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Receptive field.  Our 1D-CNN's last layer sees ≈ 2048 input samples at len=5000 — most of a 10 s window. QRS features fit comfortably in ≈ 200 ms (100 samples at 500 Hz). Shorter input concentrates gradient signal on physiologically-relevant patterns.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Parameter economy.  Same 3.72 M parameters now model 10× fewer timesteps. Capacity is spent on class distinctions, not on redundant temporal padding.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Label duplicates partly absorbed.  'ECG: atrial flutter' and 'Atrial flutter' both reach ≥ 0.95 F1 at len=500 — apparently the model can afford to memorise both when it is not also memorising long irrelevant stretches.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Anti-aliasing matters.  A naïve strided pooling by 10 produces folded spectra; the Chebyshev LP is the difference between '+10 pp F1' and 'worse than baseline'.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Does NOT work because of augmentation, attention, or loss engineering — all held constant. The win is purely in the input representation.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1098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Single-dataset experiment (Chapman-Shaoxing). PTB-XL cross-dataset validation is the next-month priority.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Sweet-spot for decimation factor is not characterised below 500 samples (50 Hz).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High-frequency information (late-potential notching, micro-alternans) is removed by design — any downstream task relying on them would need to be re-evaluated.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Baseline 1D-CNN is fixed; the interaction between input length and a deeper CNN, or CNN + attention, is not yet measured.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Clinical confidence score (single-sample softmax) rose from 12.9% to 76.2%, but still needs per-class calibration for deployment.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1098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1.  Cross-dataset validation on PTB-XL (100 Hz native) with and without decimation.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2.  Label-taxonomy clean-up: merge the ≈ 23 'ECG: X' / 'X' duplicates (→ ~55 classes), then rerun len=500 baseline.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3.  Attention-CNN-LSTM full model on decimate-500 input. Prediction: headroom remains mostly in borderline ST-segment / atrial-tachycardia confusions.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4.  Focal loss γ ∈ {1,2,3} grid search and adaptive per-class thresholding; expected extra +1–2 pp macro F1.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5.  GradCAM + SHAP on decimate-500: do the attention peaks still land on P/QRS/T when the input is already temporally compressed?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6.  Edge deployment: INT8 quantisation + anti-aliased decimation should fit on a Raspberry Pi 4 at &lt; 100 ms/sample with &lt; 1 pp accuracy loss.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7.  Report decimation as a design variable, not a hyper-parameter, in future EKG benchmarks.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440000"/>
            <a:ext cx="10800000" cy="1620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0000" y="1728000"/>
            <a:ext cx="10080000" cy="1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1">
                <a:solidFill>
                  <a:srgbClr val="0B3D91"/>
                </a:solidFill>
                <a:latin typeface="Calibri"/>
              </a:rPr>
              <a:t>On 12-lead ECG multi-label classification, replacing the default 500 Hz × 10 s input with a 50 Hz × 10 s anti-aliased signal lifts a plain 1D-CNN from 88.43% to 97.34% test accuracy, at 3.3× lower inference cost, with no change to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3420000"/>
            <a:ext cx="108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•  The biggest single lever in the baseline was the input representation.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•  Aspirational numbers in the literature may hide a length-optimisation artefact more than a modelling one.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•  All planned hybrid-model / loss-engineering improvements remain on the roadmap — now starting from a much stronger reference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520000"/>
            <a:ext cx="12192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20000"/>
            <a:ext cx="12192119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0" i="0">
                <a:solidFill>
                  <a:srgbClr val="DCE6F5"/>
                </a:solidFill>
                <a:latin typeface="Calibri"/>
              </a:rPr>
              <a:t>Questions welcome.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320000"/>
            <a:ext cx="12192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DCE6F5"/>
                </a:solidFill>
                <a:latin typeface="Calibri"/>
              </a:rPr>
              <a:t>Elaman Nazarkulov  ·  elaman.job@gmail.com  ·  KTMÜ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